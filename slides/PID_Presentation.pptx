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43"/>
  </p:normalViewPr>
  <p:slideViewPr>
    <p:cSldViewPr snapToGrid="0">
      <p:cViewPr>
        <p:scale>
          <a:sx n="87" d="100"/>
          <a:sy n="87" d="100"/>
        </p:scale>
        <p:origin x="520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05F5EE-4D84-4703-B1C2-33A87367BD8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18A8BF2-17D7-4F78-ABE5-77CEF9AAC4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Loop Characteristics:</a:t>
          </a:r>
        </a:p>
      </dgm:t>
    </dgm:pt>
    <dgm:pt modelId="{E4B0F8D3-09A4-40E5-B4B8-6DF24371F7A3}" type="parTrans" cxnId="{14BF45CA-85D5-4736-B0E7-C6AAA10B1FD1}">
      <dgm:prSet/>
      <dgm:spPr/>
      <dgm:t>
        <a:bodyPr/>
        <a:lstStyle/>
        <a:p>
          <a:endParaRPr lang="en-US"/>
        </a:p>
      </dgm:t>
    </dgm:pt>
    <dgm:pt modelId="{52C59A82-DA11-45EB-8194-FE8543C5D8D2}" type="sibTrans" cxnId="{14BF45CA-85D5-4736-B0E7-C6AAA10B1FD1}">
      <dgm:prSet/>
      <dgm:spPr/>
      <dgm:t>
        <a:bodyPr/>
        <a:lstStyle/>
        <a:p>
          <a:endParaRPr lang="en-US"/>
        </a:p>
      </dgm:t>
    </dgm:pt>
    <dgm:pt modelId="{D65723AA-D502-4DC0-B309-D64180D0F0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Fixed-rate loop at 50 Hz</a:t>
          </a:r>
          <a:endParaRPr lang="en-US" dirty="0"/>
        </a:p>
      </dgm:t>
    </dgm:pt>
    <dgm:pt modelId="{F79F12D5-3CF9-493F-BEC9-BB6E1FACBC54}" type="parTrans" cxnId="{0F6B1DD4-285B-4D3D-9E82-7B24E0E065AF}">
      <dgm:prSet/>
      <dgm:spPr/>
      <dgm:t>
        <a:bodyPr/>
        <a:lstStyle/>
        <a:p>
          <a:endParaRPr lang="en-US"/>
        </a:p>
      </dgm:t>
    </dgm:pt>
    <dgm:pt modelId="{FD93DC0D-928D-4FFE-862A-48DEB0BE7265}" type="sibTrans" cxnId="{0F6B1DD4-285B-4D3D-9E82-7B24E0E065AF}">
      <dgm:prSet/>
      <dgm:spPr/>
      <dgm:t>
        <a:bodyPr/>
        <a:lstStyle/>
        <a:p>
          <a:endParaRPr lang="en-US"/>
        </a:p>
      </dgm:t>
    </dgm:pt>
    <dgm:pt modelId="{6FAAE19F-3F34-4089-ACA1-B9010197DA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lock_gettime</a:t>
          </a:r>
          <a:r>
            <a:rPr lang="en-US" dirty="0"/>
            <a:t>(CLOCK_MONOTONIC)</a:t>
          </a:r>
        </a:p>
      </dgm:t>
    </dgm:pt>
    <dgm:pt modelId="{24FD4933-8880-4CF1-A54A-EC898A37E84A}" type="parTrans" cxnId="{496DB9E2-4027-4237-94BB-76B8D5A52C29}">
      <dgm:prSet/>
      <dgm:spPr/>
      <dgm:t>
        <a:bodyPr/>
        <a:lstStyle/>
        <a:p>
          <a:endParaRPr lang="en-US"/>
        </a:p>
      </dgm:t>
    </dgm:pt>
    <dgm:pt modelId="{272F2723-71E4-4B5D-89F7-B0845BE901A7}" type="sibTrans" cxnId="{496DB9E2-4027-4237-94BB-76B8D5A52C29}">
      <dgm:prSet/>
      <dgm:spPr/>
      <dgm:t>
        <a:bodyPr/>
        <a:lstStyle/>
        <a:p>
          <a:endParaRPr lang="en-US"/>
        </a:p>
      </dgm:t>
    </dgm:pt>
    <dgm:pt modelId="{74BE549B-6178-4C8A-935A-A8709B8501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nanosleep pacing</a:t>
          </a:r>
          <a:endParaRPr lang="en-US" dirty="0"/>
        </a:p>
      </dgm:t>
    </dgm:pt>
    <dgm:pt modelId="{64D7F55C-B453-4189-9BEA-7905FC025F55}" type="parTrans" cxnId="{21A3BA28-0963-4E7A-B671-1FC7E50BC08C}">
      <dgm:prSet/>
      <dgm:spPr/>
      <dgm:t>
        <a:bodyPr/>
        <a:lstStyle/>
        <a:p>
          <a:endParaRPr lang="en-US"/>
        </a:p>
      </dgm:t>
    </dgm:pt>
    <dgm:pt modelId="{B183B440-BCAA-4C90-B0A6-F3539C5CF628}" type="sibTrans" cxnId="{21A3BA28-0963-4E7A-B671-1FC7E50BC08C}">
      <dgm:prSet/>
      <dgm:spPr/>
      <dgm:t>
        <a:bodyPr/>
        <a:lstStyle/>
        <a:p>
          <a:endParaRPr lang="en-US"/>
        </a:p>
      </dgm:t>
    </dgm:pt>
    <dgm:pt modelId="{247A60E1-DB58-4ED4-A439-343B26C61E7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Per-Iteration Flow:</a:t>
          </a:r>
        </a:p>
      </dgm:t>
    </dgm:pt>
    <dgm:pt modelId="{C3362C53-DECD-40F9-8461-1B18FDCD8920}" type="parTrans" cxnId="{C17FF678-7E05-47A4-9941-80E6E9E66009}">
      <dgm:prSet/>
      <dgm:spPr/>
      <dgm:t>
        <a:bodyPr/>
        <a:lstStyle/>
        <a:p>
          <a:endParaRPr lang="en-US"/>
        </a:p>
      </dgm:t>
    </dgm:pt>
    <dgm:pt modelId="{A7E8BA07-3B9F-4DE9-9FD1-CAB190F0AC2E}" type="sibTrans" cxnId="{C17FF678-7E05-47A4-9941-80E6E9E66009}">
      <dgm:prSet/>
      <dgm:spPr/>
      <dgm:t>
        <a:bodyPr/>
        <a:lstStyle/>
        <a:p>
          <a:endParaRPr lang="en-US"/>
        </a:p>
      </dgm:t>
    </dgm:pt>
    <dgm:pt modelId="{1B29187A-47C7-41D6-A398-BB08958BF5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 PID params</a:t>
          </a:r>
          <a:endParaRPr lang="en-US" dirty="0"/>
        </a:p>
      </dgm:t>
    </dgm:pt>
    <dgm:pt modelId="{2E5055B6-9BDA-4613-8A9C-6B74DA7EFC96}" type="parTrans" cxnId="{8DC953FF-5D1D-417D-954E-D6B3A2EC2C15}">
      <dgm:prSet/>
      <dgm:spPr/>
      <dgm:t>
        <a:bodyPr/>
        <a:lstStyle/>
        <a:p>
          <a:endParaRPr lang="en-US"/>
        </a:p>
      </dgm:t>
    </dgm:pt>
    <dgm:pt modelId="{BD32FB07-9305-45C6-9ACE-A2EA7624F4E4}" type="sibTrans" cxnId="{8DC953FF-5D1D-417D-954E-D6B3A2EC2C15}">
      <dgm:prSet/>
      <dgm:spPr/>
      <dgm:t>
        <a:bodyPr/>
        <a:lstStyle/>
        <a:p>
          <a:endParaRPr lang="en-US"/>
        </a:p>
      </dgm:t>
    </dgm:pt>
    <dgm:pt modelId="{27F5BEB0-A1C6-44DD-832C-85C48AA073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Compute PID</a:t>
          </a:r>
        </a:p>
      </dgm:t>
    </dgm:pt>
    <dgm:pt modelId="{2B8D0785-F2EB-4D5E-B982-AE46AA4002E0}" type="parTrans" cxnId="{7C089AD5-C44B-46AF-AFC1-8FB14FE54E5D}">
      <dgm:prSet/>
      <dgm:spPr/>
      <dgm:t>
        <a:bodyPr/>
        <a:lstStyle/>
        <a:p>
          <a:endParaRPr lang="en-US"/>
        </a:p>
      </dgm:t>
    </dgm:pt>
    <dgm:pt modelId="{D4527A94-0141-4E17-B932-8D6ED33541F2}" type="sibTrans" cxnId="{7C089AD5-C44B-46AF-AFC1-8FB14FE54E5D}">
      <dgm:prSet/>
      <dgm:spPr/>
      <dgm:t>
        <a:bodyPr/>
        <a:lstStyle/>
        <a:p>
          <a:endParaRPr lang="en-US"/>
        </a:p>
      </dgm:t>
    </dgm:pt>
    <dgm:pt modelId="{DC6C3A3C-79B9-44E8-B70B-1959CD326F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Update plant</a:t>
          </a:r>
        </a:p>
      </dgm:t>
    </dgm:pt>
    <dgm:pt modelId="{E08E95BA-BE18-4C7C-B159-1AF6CB117F2D}" type="parTrans" cxnId="{320FF9E9-F92D-4118-8501-AB5D5099ACA9}">
      <dgm:prSet/>
      <dgm:spPr/>
      <dgm:t>
        <a:bodyPr/>
        <a:lstStyle/>
        <a:p>
          <a:endParaRPr lang="en-US"/>
        </a:p>
      </dgm:t>
    </dgm:pt>
    <dgm:pt modelId="{D71A993E-BFFD-477A-9A1A-89B7E41D1870}" type="sibTrans" cxnId="{320FF9E9-F92D-4118-8501-AB5D5099ACA9}">
      <dgm:prSet/>
      <dgm:spPr/>
      <dgm:t>
        <a:bodyPr/>
        <a:lstStyle/>
        <a:p>
          <a:endParaRPr lang="en-US"/>
        </a:p>
      </dgm:t>
    </dgm:pt>
    <dgm:pt modelId="{F11F4C7D-CBDD-48E1-A49E-874C18D21A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Log timing &amp; response</a:t>
          </a:r>
        </a:p>
      </dgm:t>
    </dgm:pt>
    <dgm:pt modelId="{CF44B5FB-CF25-4DDE-8E24-8621810E9DD1}" type="parTrans" cxnId="{2744EDB5-B81F-49BF-A498-C50AC031522B}">
      <dgm:prSet/>
      <dgm:spPr/>
      <dgm:t>
        <a:bodyPr/>
        <a:lstStyle/>
        <a:p>
          <a:endParaRPr lang="en-US"/>
        </a:p>
      </dgm:t>
    </dgm:pt>
    <dgm:pt modelId="{B7FD2B0F-6B19-4D65-B710-AF5DDA910980}" type="sibTrans" cxnId="{2744EDB5-B81F-49BF-A498-C50AC031522B}">
      <dgm:prSet/>
      <dgm:spPr/>
      <dgm:t>
        <a:bodyPr/>
        <a:lstStyle/>
        <a:p>
          <a:endParaRPr lang="en-US"/>
        </a:p>
      </dgm:t>
    </dgm:pt>
    <dgm:pt modelId="{1A444CFB-B205-4D63-85CC-3109C47EB86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Metrics:</a:t>
          </a:r>
        </a:p>
      </dgm:t>
    </dgm:pt>
    <dgm:pt modelId="{646AEB08-DF23-4D48-9680-40B7A9DDD001}" type="parTrans" cxnId="{94E34565-F601-411B-948A-A5319A8CB337}">
      <dgm:prSet/>
      <dgm:spPr/>
      <dgm:t>
        <a:bodyPr/>
        <a:lstStyle/>
        <a:p>
          <a:endParaRPr lang="en-US"/>
        </a:p>
      </dgm:t>
    </dgm:pt>
    <dgm:pt modelId="{73164E58-08AD-48D3-8BA8-8E7A3B2CCD6D}" type="sibTrans" cxnId="{94E34565-F601-411B-948A-A5319A8CB337}">
      <dgm:prSet/>
      <dgm:spPr/>
      <dgm:t>
        <a:bodyPr/>
        <a:lstStyle/>
        <a:p>
          <a:endParaRPr lang="en-US"/>
        </a:p>
      </dgm:t>
    </dgm:pt>
    <dgm:pt modelId="{B54474B5-D415-4A9D-A579-0B6669622C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Period</a:t>
          </a:r>
        </a:p>
      </dgm:t>
    </dgm:pt>
    <dgm:pt modelId="{B2109355-1723-4DA2-AB34-0C3B0470B2A4}" type="parTrans" cxnId="{100A4959-898D-40EE-B8B0-286C01307858}">
      <dgm:prSet/>
      <dgm:spPr/>
      <dgm:t>
        <a:bodyPr/>
        <a:lstStyle/>
        <a:p>
          <a:endParaRPr lang="en-US"/>
        </a:p>
      </dgm:t>
    </dgm:pt>
    <dgm:pt modelId="{2B37835A-254C-45D9-BB35-4730B1AA591F}" type="sibTrans" cxnId="{100A4959-898D-40EE-B8B0-286C01307858}">
      <dgm:prSet/>
      <dgm:spPr/>
      <dgm:t>
        <a:bodyPr/>
        <a:lstStyle/>
        <a:p>
          <a:endParaRPr lang="en-US"/>
        </a:p>
      </dgm:t>
    </dgm:pt>
    <dgm:pt modelId="{D7EBFF4B-6F8B-49E1-83E5-57FE554792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Execution time</a:t>
          </a:r>
        </a:p>
      </dgm:t>
    </dgm:pt>
    <dgm:pt modelId="{59650181-E8C3-421E-9FCC-529D69FE3469}" type="parTrans" cxnId="{6218AC0B-F73C-4A17-98DD-9AA8DE46B4AE}">
      <dgm:prSet/>
      <dgm:spPr/>
      <dgm:t>
        <a:bodyPr/>
        <a:lstStyle/>
        <a:p>
          <a:endParaRPr lang="en-US"/>
        </a:p>
      </dgm:t>
    </dgm:pt>
    <dgm:pt modelId="{DA88C6C0-6074-45DF-B8D6-9076E3D370B8}" type="sibTrans" cxnId="{6218AC0B-F73C-4A17-98DD-9AA8DE46B4AE}">
      <dgm:prSet/>
      <dgm:spPr/>
      <dgm:t>
        <a:bodyPr/>
        <a:lstStyle/>
        <a:p>
          <a:endParaRPr lang="en-US"/>
        </a:p>
      </dgm:t>
    </dgm:pt>
    <dgm:pt modelId="{C3D9A27A-D224-4EA3-9A56-E1DE6CBFDF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Jitter</a:t>
          </a:r>
        </a:p>
      </dgm:t>
    </dgm:pt>
    <dgm:pt modelId="{D8C6CD65-9C77-4303-87DF-6A7E65FCFE64}" type="parTrans" cxnId="{BDB82C8A-C329-46EB-96D0-DFF2165E2EC0}">
      <dgm:prSet/>
      <dgm:spPr/>
      <dgm:t>
        <a:bodyPr/>
        <a:lstStyle/>
        <a:p>
          <a:endParaRPr lang="en-US"/>
        </a:p>
      </dgm:t>
    </dgm:pt>
    <dgm:pt modelId="{0038B50A-90D1-45C8-9CB3-CB6596A53174}" type="sibTrans" cxnId="{BDB82C8A-C329-46EB-96D0-DFF2165E2EC0}">
      <dgm:prSet/>
      <dgm:spPr/>
      <dgm:t>
        <a:bodyPr/>
        <a:lstStyle/>
        <a:p>
          <a:endParaRPr lang="en-US"/>
        </a:p>
      </dgm:t>
    </dgm:pt>
    <dgm:pt modelId="{D908B1BA-0DAE-4FBA-9D01-5E272DFDA96C}" type="pres">
      <dgm:prSet presAssocID="{C205F5EE-4D84-4703-B1C2-33A87367BD83}" presName="root" presStyleCnt="0">
        <dgm:presLayoutVars>
          <dgm:dir/>
          <dgm:resizeHandles val="exact"/>
        </dgm:presLayoutVars>
      </dgm:prSet>
      <dgm:spPr/>
    </dgm:pt>
    <dgm:pt modelId="{A843ACD4-9ED5-4B11-9176-BBE323A758D1}" type="pres">
      <dgm:prSet presAssocID="{218A8BF2-17D7-4F78-ABE5-77CEF9AAC42E}" presName="compNode" presStyleCnt="0"/>
      <dgm:spPr/>
    </dgm:pt>
    <dgm:pt modelId="{1BA4801E-6214-4017-8EF8-350922DFA4BD}" type="pres">
      <dgm:prSet presAssocID="{218A8BF2-17D7-4F78-ABE5-77CEF9AAC42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AD841BDF-F55F-4F43-BBE3-C8D7FCDEE29C}" type="pres">
      <dgm:prSet presAssocID="{218A8BF2-17D7-4F78-ABE5-77CEF9AAC42E}" presName="iconSpace" presStyleCnt="0"/>
      <dgm:spPr/>
    </dgm:pt>
    <dgm:pt modelId="{F1245943-DB83-434D-854D-8E6D4274293A}" type="pres">
      <dgm:prSet presAssocID="{218A8BF2-17D7-4F78-ABE5-77CEF9AAC42E}" presName="parTx" presStyleLbl="revTx" presStyleIdx="0" presStyleCnt="6">
        <dgm:presLayoutVars>
          <dgm:chMax val="0"/>
          <dgm:chPref val="0"/>
        </dgm:presLayoutVars>
      </dgm:prSet>
      <dgm:spPr/>
    </dgm:pt>
    <dgm:pt modelId="{1747E00D-B600-4F84-BBF5-056F24452362}" type="pres">
      <dgm:prSet presAssocID="{218A8BF2-17D7-4F78-ABE5-77CEF9AAC42E}" presName="txSpace" presStyleCnt="0"/>
      <dgm:spPr/>
    </dgm:pt>
    <dgm:pt modelId="{38B76B76-E73F-4343-860A-84722BAB5966}" type="pres">
      <dgm:prSet presAssocID="{218A8BF2-17D7-4F78-ABE5-77CEF9AAC42E}" presName="desTx" presStyleLbl="revTx" presStyleIdx="1" presStyleCnt="6">
        <dgm:presLayoutVars/>
      </dgm:prSet>
      <dgm:spPr/>
    </dgm:pt>
    <dgm:pt modelId="{E65F86DB-0BDA-485F-ABB7-1DB756B6A2E1}" type="pres">
      <dgm:prSet presAssocID="{52C59A82-DA11-45EB-8194-FE8543C5D8D2}" presName="sibTrans" presStyleCnt="0"/>
      <dgm:spPr/>
    </dgm:pt>
    <dgm:pt modelId="{9541F17C-5F1B-4A88-9DCF-6216EB3050F8}" type="pres">
      <dgm:prSet presAssocID="{247A60E1-DB58-4ED4-A439-343B26C61E7F}" presName="compNode" presStyleCnt="0"/>
      <dgm:spPr/>
    </dgm:pt>
    <dgm:pt modelId="{7B955FAF-5069-4158-9364-3A78E08C44BC}" type="pres">
      <dgm:prSet presAssocID="{247A60E1-DB58-4ED4-A439-343B26C61E7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425F9DD9-C6B9-4A09-9149-E3DB10F572A1}" type="pres">
      <dgm:prSet presAssocID="{247A60E1-DB58-4ED4-A439-343B26C61E7F}" presName="iconSpace" presStyleCnt="0"/>
      <dgm:spPr/>
    </dgm:pt>
    <dgm:pt modelId="{FC6F0739-6A89-4CA3-88F8-734D4DB6109E}" type="pres">
      <dgm:prSet presAssocID="{247A60E1-DB58-4ED4-A439-343B26C61E7F}" presName="parTx" presStyleLbl="revTx" presStyleIdx="2" presStyleCnt="6">
        <dgm:presLayoutVars>
          <dgm:chMax val="0"/>
          <dgm:chPref val="0"/>
        </dgm:presLayoutVars>
      </dgm:prSet>
      <dgm:spPr/>
    </dgm:pt>
    <dgm:pt modelId="{1400F349-15CC-4A29-9D66-95F11806B1A9}" type="pres">
      <dgm:prSet presAssocID="{247A60E1-DB58-4ED4-A439-343B26C61E7F}" presName="txSpace" presStyleCnt="0"/>
      <dgm:spPr/>
    </dgm:pt>
    <dgm:pt modelId="{498033E7-0EFE-46D0-8E37-3D4E94E9E6C2}" type="pres">
      <dgm:prSet presAssocID="{247A60E1-DB58-4ED4-A439-343B26C61E7F}" presName="desTx" presStyleLbl="revTx" presStyleIdx="3" presStyleCnt="6">
        <dgm:presLayoutVars/>
      </dgm:prSet>
      <dgm:spPr/>
    </dgm:pt>
    <dgm:pt modelId="{0569BC45-8410-4560-B5A4-0FD10D2974EE}" type="pres">
      <dgm:prSet presAssocID="{A7E8BA07-3B9F-4DE9-9FD1-CAB190F0AC2E}" presName="sibTrans" presStyleCnt="0"/>
      <dgm:spPr/>
    </dgm:pt>
    <dgm:pt modelId="{9845C76E-BD76-4574-9A53-C788402D3280}" type="pres">
      <dgm:prSet presAssocID="{1A444CFB-B205-4D63-85CC-3109C47EB861}" presName="compNode" presStyleCnt="0"/>
      <dgm:spPr/>
    </dgm:pt>
    <dgm:pt modelId="{D8E5EF13-70DF-4A60-9927-49DE56B1CC7B}" type="pres">
      <dgm:prSet presAssocID="{1A444CFB-B205-4D63-85CC-3109C47EB8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860FA0D-35FE-4310-BEE9-34F30A7418FE}" type="pres">
      <dgm:prSet presAssocID="{1A444CFB-B205-4D63-85CC-3109C47EB861}" presName="iconSpace" presStyleCnt="0"/>
      <dgm:spPr/>
    </dgm:pt>
    <dgm:pt modelId="{12BC0E88-01B7-4B96-BC59-DEC5C1D43EF0}" type="pres">
      <dgm:prSet presAssocID="{1A444CFB-B205-4D63-85CC-3109C47EB861}" presName="parTx" presStyleLbl="revTx" presStyleIdx="4" presStyleCnt="6">
        <dgm:presLayoutVars>
          <dgm:chMax val="0"/>
          <dgm:chPref val="0"/>
        </dgm:presLayoutVars>
      </dgm:prSet>
      <dgm:spPr/>
    </dgm:pt>
    <dgm:pt modelId="{29D8E65C-6C27-43A8-BEFC-F19AA20DC827}" type="pres">
      <dgm:prSet presAssocID="{1A444CFB-B205-4D63-85CC-3109C47EB861}" presName="txSpace" presStyleCnt="0"/>
      <dgm:spPr/>
    </dgm:pt>
    <dgm:pt modelId="{B5425BC9-86D4-4C10-B9FC-951D92490AB8}" type="pres">
      <dgm:prSet presAssocID="{1A444CFB-B205-4D63-85CC-3109C47EB861}" presName="desTx" presStyleLbl="revTx" presStyleIdx="5" presStyleCnt="6">
        <dgm:presLayoutVars/>
      </dgm:prSet>
      <dgm:spPr/>
    </dgm:pt>
  </dgm:ptLst>
  <dgm:cxnLst>
    <dgm:cxn modelId="{6218AC0B-F73C-4A17-98DD-9AA8DE46B4AE}" srcId="{1A444CFB-B205-4D63-85CC-3109C47EB861}" destId="{D7EBFF4B-6F8B-49E1-83E5-57FE554792A7}" srcOrd="1" destOrd="0" parTransId="{59650181-E8C3-421E-9FCC-529D69FE3469}" sibTransId="{DA88C6C0-6074-45DF-B8D6-9076E3D370B8}"/>
    <dgm:cxn modelId="{21A3BA28-0963-4E7A-B671-1FC7E50BC08C}" srcId="{218A8BF2-17D7-4F78-ABE5-77CEF9AAC42E}" destId="{74BE549B-6178-4C8A-935A-A8709B85014E}" srcOrd="2" destOrd="0" parTransId="{64D7F55C-B453-4189-9BEA-7905FC025F55}" sibTransId="{B183B440-BCAA-4C90-B0A6-F3539C5CF628}"/>
    <dgm:cxn modelId="{C454AD2C-F5FA-584B-AEC4-DC2FAE35F895}" type="presOf" srcId="{D7EBFF4B-6F8B-49E1-83E5-57FE554792A7}" destId="{B5425BC9-86D4-4C10-B9FC-951D92490AB8}" srcOrd="0" destOrd="1" presId="urn:microsoft.com/office/officeart/2018/5/layout/CenteredIconLabelDescriptionList"/>
    <dgm:cxn modelId="{2CAAA235-6F0A-CC47-AA7F-4B8C6B1D491E}" type="presOf" srcId="{D65723AA-D502-4DC0-B309-D64180D0F037}" destId="{38B76B76-E73F-4343-860A-84722BAB5966}" srcOrd="0" destOrd="0" presId="urn:microsoft.com/office/officeart/2018/5/layout/CenteredIconLabelDescriptionList"/>
    <dgm:cxn modelId="{554D563A-0ACE-8146-BEFF-A0584AAE24DA}" type="presOf" srcId="{B54474B5-D415-4A9D-A579-0B6669622CB0}" destId="{B5425BC9-86D4-4C10-B9FC-951D92490AB8}" srcOrd="0" destOrd="0" presId="urn:microsoft.com/office/officeart/2018/5/layout/CenteredIconLabelDescriptionList"/>
    <dgm:cxn modelId="{C520003F-A630-E84E-A1A8-D06E4E8CECEE}" type="presOf" srcId="{1A444CFB-B205-4D63-85CC-3109C47EB861}" destId="{12BC0E88-01B7-4B96-BC59-DEC5C1D43EF0}" srcOrd="0" destOrd="0" presId="urn:microsoft.com/office/officeart/2018/5/layout/CenteredIconLabelDescriptionList"/>
    <dgm:cxn modelId="{9FA0EE44-E3D3-4742-A84E-4CEA0DB32D7F}" type="presOf" srcId="{74BE549B-6178-4C8A-935A-A8709B85014E}" destId="{38B76B76-E73F-4343-860A-84722BAB5966}" srcOrd="0" destOrd="2" presId="urn:microsoft.com/office/officeart/2018/5/layout/CenteredIconLabelDescriptionList"/>
    <dgm:cxn modelId="{57F8C655-BB04-AE43-8974-AE2AF4DB6185}" type="presOf" srcId="{DC6C3A3C-79B9-44E8-B70B-1959CD326F95}" destId="{498033E7-0EFE-46D0-8E37-3D4E94E9E6C2}" srcOrd="0" destOrd="2" presId="urn:microsoft.com/office/officeart/2018/5/layout/CenteredIconLabelDescriptionList"/>
    <dgm:cxn modelId="{100A4959-898D-40EE-B8B0-286C01307858}" srcId="{1A444CFB-B205-4D63-85CC-3109C47EB861}" destId="{B54474B5-D415-4A9D-A579-0B6669622CB0}" srcOrd="0" destOrd="0" parTransId="{B2109355-1723-4DA2-AB34-0C3B0470B2A4}" sibTransId="{2B37835A-254C-45D9-BB35-4730B1AA591F}"/>
    <dgm:cxn modelId="{94E34565-F601-411B-948A-A5319A8CB337}" srcId="{C205F5EE-4D84-4703-B1C2-33A87367BD83}" destId="{1A444CFB-B205-4D63-85CC-3109C47EB861}" srcOrd="2" destOrd="0" parTransId="{646AEB08-DF23-4D48-9680-40B7A9DDD001}" sibTransId="{73164E58-08AD-48D3-8BA8-8E7A3B2CCD6D}"/>
    <dgm:cxn modelId="{CF172E6C-4B44-374F-AB23-43D51F9A65B1}" type="presOf" srcId="{1B29187A-47C7-41D6-A398-BB08958BF544}" destId="{498033E7-0EFE-46D0-8E37-3D4E94E9E6C2}" srcOrd="0" destOrd="0" presId="urn:microsoft.com/office/officeart/2018/5/layout/CenteredIconLabelDescriptionList"/>
    <dgm:cxn modelId="{59BB4477-0817-9148-88AF-4F18214B41BC}" type="presOf" srcId="{F11F4C7D-CBDD-48E1-A49E-874C18D21A66}" destId="{498033E7-0EFE-46D0-8E37-3D4E94E9E6C2}" srcOrd="0" destOrd="3" presId="urn:microsoft.com/office/officeart/2018/5/layout/CenteredIconLabelDescriptionList"/>
    <dgm:cxn modelId="{C17FF678-7E05-47A4-9941-80E6E9E66009}" srcId="{C205F5EE-4D84-4703-B1C2-33A87367BD83}" destId="{247A60E1-DB58-4ED4-A439-343B26C61E7F}" srcOrd="1" destOrd="0" parTransId="{C3362C53-DECD-40F9-8461-1B18FDCD8920}" sibTransId="{A7E8BA07-3B9F-4DE9-9FD1-CAB190F0AC2E}"/>
    <dgm:cxn modelId="{BDB82C8A-C329-46EB-96D0-DFF2165E2EC0}" srcId="{1A444CFB-B205-4D63-85CC-3109C47EB861}" destId="{C3D9A27A-D224-4EA3-9A56-E1DE6CBFDF74}" srcOrd="2" destOrd="0" parTransId="{D8C6CD65-9C77-4303-87DF-6A7E65FCFE64}" sibTransId="{0038B50A-90D1-45C8-9CB3-CB6596A53174}"/>
    <dgm:cxn modelId="{86DC0190-49B3-784D-B428-477BDF0D172B}" type="presOf" srcId="{218A8BF2-17D7-4F78-ABE5-77CEF9AAC42E}" destId="{F1245943-DB83-434D-854D-8E6D4274293A}" srcOrd="0" destOrd="0" presId="urn:microsoft.com/office/officeart/2018/5/layout/CenteredIconLabelDescriptionList"/>
    <dgm:cxn modelId="{FD2A9298-5623-6643-93F1-81464A83F4C9}" type="presOf" srcId="{C205F5EE-4D84-4703-B1C2-33A87367BD83}" destId="{D908B1BA-0DAE-4FBA-9D01-5E272DFDA96C}" srcOrd="0" destOrd="0" presId="urn:microsoft.com/office/officeart/2018/5/layout/CenteredIconLabelDescriptionList"/>
    <dgm:cxn modelId="{EE001999-BE43-4147-A97C-E2E13A86404A}" type="presOf" srcId="{247A60E1-DB58-4ED4-A439-343B26C61E7F}" destId="{FC6F0739-6A89-4CA3-88F8-734D4DB6109E}" srcOrd="0" destOrd="0" presId="urn:microsoft.com/office/officeart/2018/5/layout/CenteredIconLabelDescriptionList"/>
    <dgm:cxn modelId="{0A5702A3-89A7-204E-9C82-99A57F34C185}" type="presOf" srcId="{27F5BEB0-A1C6-44DD-832C-85C48AA0736C}" destId="{498033E7-0EFE-46D0-8E37-3D4E94E9E6C2}" srcOrd="0" destOrd="1" presId="urn:microsoft.com/office/officeart/2018/5/layout/CenteredIconLabelDescriptionList"/>
    <dgm:cxn modelId="{2744EDB5-B81F-49BF-A498-C50AC031522B}" srcId="{247A60E1-DB58-4ED4-A439-343B26C61E7F}" destId="{F11F4C7D-CBDD-48E1-A49E-874C18D21A66}" srcOrd="3" destOrd="0" parTransId="{CF44B5FB-CF25-4DDE-8E24-8621810E9DD1}" sibTransId="{B7FD2B0F-6B19-4D65-B710-AF5DDA910980}"/>
    <dgm:cxn modelId="{27742CC8-FC5E-1140-BCB4-EA43BFD64A0D}" type="presOf" srcId="{C3D9A27A-D224-4EA3-9A56-E1DE6CBFDF74}" destId="{B5425BC9-86D4-4C10-B9FC-951D92490AB8}" srcOrd="0" destOrd="2" presId="urn:microsoft.com/office/officeart/2018/5/layout/CenteredIconLabelDescriptionList"/>
    <dgm:cxn modelId="{14BF45CA-85D5-4736-B0E7-C6AAA10B1FD1}" srcId="{C205F5EE-4D84-4703-B1C2-33A87367BD83}" destId="{218A8BF2-17D7-4F78-ABE5-77CEF9AAC42E}" srcOrd="0" destOrd="0" parTransId="{E4B0F8D3-09A4-40E5-B4B8-6DF24371F7A3}" sibTransId="{52C59A82-DA11-45EB-8194-FE8543C5D8D2}"/>
    <dgm:cxn modelId="{0F6B1DD4-285B-4D3D-9E82-7B24E0E065AF}" srcId="{218A8BF2-17D7-4F78-ABE5-77CEF9AAC42E}" destId="{D65723AA-D502-4DC0-B309-D64180D0F037}" srcOrd="0" destOrd="0" parTransId="{F79F12D5-3CF9-493F-BEC9-BB6E1FACBC54}" sibTransId="{FD93DC0D-928D-4FFE-862A-48DEB0BE7265}"/>
    <dgm:cxn modelId="{7C089AD5-C44B-46AF-AFC1-8FB14FE54E5D}" srcId="{247A60E1-DB58-4ED4-A439-343B26C61E7F}" destId="{27F5BEB0-A1C6-44DD-832C-85C48AA0736C}" srcOrd="1" destOrd="0" parTransId="{2B8D0785-F2EB-4D5E-B982-AE46AA4002E0}" sibTransId="{D4527A94-0141-4E17-B932-8D6ED33541F2}"/>
    <dgm:cxn modelId="{43B41CE2-7516-5940-8221-71FE155C519B}" type="presOf" srcId="{6FAAE19F-3F34-4089-ACA1-B9010197DAF9}" destId="{38B76B76-E73F-4343-860A-84722BAB5966}" srcOrd="0" destOrd="1" presId="urn:microsoft.com/office/officeart/2018/5/layout/CenteredIconLabelDescriptionList"/>
    <dgm:cxn modelId="{496DB9E2-4027-4237-94BB-76B8D5A52C29}" srcId="{218A8BF2-17D7-4F78-ABE5-77CEF9AAC42E}" destId="{6FAAE19F-3F34-4089-ACA1-B9010197DAF9}" srcOrd="1" destOrd="0" parTransId="{24FD4933-8880-4CF1-A54A-EC898A37E84A}" sibTransId="{272F2723-71E4-4B5D-89F7-B0845BE901A7}"/>
    <dgm:cxn modelId="{320FF9E9-F92D-4118-8501-AB5D5099ACA9}" srcId="{247A60E1-DB58-4ED4-A439-343B26C61E7F}" destId="{DC6C3A3C-79B9-44E8-B70B-1959CD326F95}" srcOrd="2" destOrd="0" parTransId="{E08E95BA-BE18-4C7C-B159-1AF6CB117F2D}" sibTransId="{D71A993E-BFFD-477A-9A1A-89B7E41D1870}"/>
    <dgm:cxn modelId="{8DC953FF-5D1D-417D-954E-D6B3A2EC2C15}" srcId="{247A60E1-DB58-4ED4-A439-343B26C61E7F}" destId="{1B29187A-47C7-41D6-A398-BB08958BF544}" srcOrd="0" destOrd="0" parTransId="{2E5055B6-9BDA-4613-8A9C-6B74DA7EFC96}" sibTransId="{BD32FB07-9305-45C6-9ACE-A2EA7624F4E4}"/>
    <dgm:cxn modelId="{F328C6CF-695B-E74E-898A-C776C0314C8F}" type="presParOf" srcId="{D908B1BA-0DAE-4FBA-9D01-5E272DFDA96C}" destId="{A843ACD4-9ED5-4B11-9176-BBE323A758D1}" srcOrd="0" destOrd="0" presId="urn:microsoft.com/office/officeart/2018/5/layout/CenteredIconLabelDescriptionList"/>
    <dgm:cxn modelId="{69A1331E-DA15-7B46-8001-9814DEBD501F}" type="presParOf" srcId="{A843ACD4-9ED5-4B11-9176-BBE323A758D1}" destId="{1BA4801E-6214-4017-8EF8-350922DFA4BD}" srcOrd="0" destOrd="0" presId="urn:microsoft.com/office/officeart/2018/5/layout/CenteredIconLabelDescriptionList"/>
    <dgm:cxn modelId="{E790FF6E-66C4-404D-8E35-947FDC59541E}" type="presParOf" srcId="{A843ACD4-9ED5-4B11-9176-BBE323A758D1}" destId="{AD841BDF-F55F-4F43-BBE3-C8D7FCDEE29C}" srcOrd="1" destOrd="0" presId="urn:microsoft.com/office/officeart/2018/5/layout/CenteredIconLabelDescriptionList"/>
    <dgm:cxn modelId="{BD572A39-17C4-C741-AD80-5057E9B87F34}" type="presParOf" srcId="{A843ACD4-9ED5-4B11-9176-BBE323A758D1}" destId="{F1245943-DB83-434D-854D-8E6D4274293A}" srcOrd="2" destOrd="0" presId="urn:microsoft.com/office/officeart/2018/5/layout/CenteredIconLabelDescriptionList"/>
    <dgm:cxn modelId="{5C560DE7-EF9A-EF4D-96B1-BE575EDE6D25}" type="presParOf" srcId="{A843ACD4-9ED5-4B11-9176-BBE323A758D1}" destId="{1747E00D-B600-4F84-BBF5-056F24452362}" srcOrd="3" destOrd="0" presId="urn:microsoft.com/office/officeart/2018/5/layout/CenteredIconLabelDescriptionList"/>
    <dgm:cxn modelId="{5E055B22-5D11-9C49-BB8D-C9A0BCE8F2A7}" type="presParOf" srcId="{A843ACD4-9ED5-4B11-9176-BBE323A758D1}" destId="{38B76B76-E73F-4343-860A-84722BAB5966}" srcOrd="4" destOrd="0" presId="urn:microsoft.com/office/officeart/2018/5/layout/CenteredIconLabelDescriptionList"/>
    <dgm:cxn modelId="{673A67BC-A0A1-2C40-8B23-353FC81FD603}" type="presParOf" srcId="{D908B1BA-0DAE-4FBA-9D01-5E272DFDA96C}" destId="{E65F86DB-0BDA-485F-ABB7-1DB756B6A2E1}" srcOrd="1" destOrd="0" presId="urn:microsoft.com/office/officeart/2018/5/layout/CenteredIconLabelDescriptionList"/>
    <dgm:cxn modelId="{1FF90204-2C30-A949-9C04-48E59BA8BEAC}" type="presParOf" srcId="{D908B1BA-0DAE-4FBA-9D01-5E272DFDA96C}" destId="{9541F17C-5F1B-4A88-9DCF-6216EB3050F8}" srcOrd="2" destOrd="0" presId="urn:microsoft.com/office/officeart/2018/5/layout/CenteredIconLabelDescriptionList"/>
    <dgm:cxn modelId="{70DF4EDE-6C92-FF45-B480-FB4231E53CAB}" type="presParOf" srcId="{9541F17C-5F1B-4A88-9DCF-6216EB3050F8}" destId="{7B955FAF-5069-4158-9364-3A78E08C44BC}" srcOrd="0" destOrd="0" presId="urn:microsoft.com/office/officeart/2018/5/layout/CenteredIconLabelDescriptionList"/>
    <dgm:cxn modelId="{89D82442-1D8D-FB43-B857-E93F51AA1428}" type="presParOf" srcId="{9541F17C-5F1B-4A88-9DCF-6216EB3050F8}" destId="{425F9DD9-C6B9-4A09-9149-E3DB10F572A1}" srcOrd="1" destOrd="0" presId="urn:microsoft.com/office/officeart/2018/5/layout/CenteredIconLabelDescriptionList"/>
    <dgm:cxn modelId="{F0ED8AC0-356D-774D-8EAA-E383B0EC6242}" type="presParOf" srcId="{9541F17C-5F1B-4A88-9DCF-6216EB3050F8}" destId="{FC6F0739-6A89-4CA3-88F8-734D4DB6109E}" srcOrd="2" destOrd="0" presId="urn:microsoft.com/office/officeart/2018/5/layout/CenteredIconLabelDescriptionList"/>
    <dgm:cxn modelId="{134B6B8A-DDAA-EB4C-9F67-B9F885ECFFFD}" type="presParOf" srcId="{9541F17C-5F1B-4A88-9DCF-6216EB3050F8}" destId="{1400F349-15CC-4A29-9D66-95F11806B1A9}" srcOrd="3" destOrd="0" presId="urn:microsoft.com/office/officeart/2018/5/layout/CenteredIconLabelDescriptionList"/>
    <dgm:cxn modelId="{14B46CDA-1254-5C4C-818D-4C015F35B6C6}" type="presParOf" srcId="{9541F17C-5F1B-4A88-9DCF-6216EB3050F8}" destId="{498033E7-0EFE-46D0-8E37-3D4E94E9E6C2}" srcOrd="4" destOrd="0" presId="urn:microsoft.com/office/officeart/2018/5/layout/CenteredIconLabelDescriptionList"/>
    <dgm:cxn modelId="{E91E2E4F-6E28-9E4C-A877-5B936676F872}" type="presParOf" srcId="{D908B1BA-0DAE-4FBA-9D01-5E272DFDA96C}" destId="{0569BC45-8410-4560-B5A4-0FD10D2974EE}" srcOrd="3" destOrd="0" presId="urn:microsoft.com/office/officeart/2018/5/layout/CenteredIconLabelDescriptionList"/>
    <dgm:cxn modelId="{CDD8689D-DCB9-FC41-AD60-1CD38C132A9A}" type="presParOf" srcId="{D908B1BA-0DAE-4FBA-9D01-5E272DFDA96C}" destId="{9845C76E-BD76-4574-9A53-C788402D3280}" srcOrd="4" destOrd="0" presId="urn:microsoft.com/office/officeart/2018/5/layout/CenteredIconLabelDescriptionList"/>
    <dgm:cxn modelId="{66285E35-01F9-0745-B7C7-C8CBBBAC2D70}" type="presParOf" srcId="{9845C76E-BD76-4574-9A53-C788402D3280}" destId="{D8E5EF13-70DF-4A60-9927-49DE56B1CC7B}" srcOrd="0" destOrd="0" presId="urn:microsoft.com/office/officeart/2018/5/layout/CenteredIconLabelDescriptionList"/>
    <dgm:cxn modelId="{C9335739-DFCB-FD4E-845E-0FEB50FBA870}" type="presParOf" srcId="{9845C76E-BD76-4574-9A53-C788402D3280}" destId="{B860FA0D-35FE-4310-BEE9-34F30A7418FE}" srcOrd="1" destOrd="0" presId="urn:microsoft.com/office/officeart/2018/5/layout/CenteredIconLabelDescriptionList"/>
    <dgm:cxn modelId="{2C3A9991-9AF8-AC4F-8399-6B480328AACE}" type="presParOf" srcId="{9845C76E-BD76-4574-9A53-C788402D3280}" destId="{12BC0E88-01B7-4B96-BC59-DEC5C1D43EF0}" srcOrd="2" destOrd="0" presId="urn:microsoft.com/office/officeart/2018/5/layout/CenteredIconLabelDescriptionList"/>
    <dgm:cxn modelId="{A035C453-15C7-6843-B3ED-B609AFE76FBC}" type="presParOf" srcId="{9845C76E-BD76-4574-9A53-C788402D3280}" destId="{29D8E65C-6C27-43A8-BEFC-F19AA20DC827}" srcOrd="3" destOrd="0" presId="urn:microsoft.com/office/officeart/2018/5/layout/CenteredIconLabelDescriptionList"/>
    <dgm:cxn modelId="{24A7879C-CEEC-C347-B782-B3C5B86EF337}" type="presParOf" srcId="{9845C76E-BD76-4574-9A53-C788402D3280}" destId="{B5425BC9-86D4-4C10-B9FC-951D92490AB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BB26BF-8B0F-4440-9E26-D435FE2B7D12}" type="doc">
      <dgm:prSet loTypeId="urn:microsoft.com/office/officeart/2005/8/layout/list1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1464462-1164-41A6-9D2B-E0AD9F149FFA}">
      <dgm:prSet/>
      <dgm:spPr/>
      <dgm:t>
        <a:bodyPr/>
        <a:lstStyle/>
        <a:p>
          <a:r>
            <a:rPr lang="en-US"/>
            <a:t>Steady State:</a:t>
          </a:r>
        </a:p>
      </dgm:t>
    </dgm:pt>
    <dgm:pt modelId="{98D7CA63-2428-4A29-A258-575399CD8BC7}" type="parTrans" cxnId="{EFBDE7BD-82E7-46E5-8CB0-D3AA69A3920F}">
      <dgm:prSet/>
      <dgm:spPr/>
      <dgm:t>
        <a:bodyPr/>
        <a:lstStyle/>
        <a:p>
          <a:endParaRPr lang="en-US"/>
        </a:p>
      </dgm:t>
    </dgm:pt>
    <dgm:pt modelId="{5E74B199-1699-4CD7-B0CC-786468034C9F}" type="sibTrans" cxnId="{EFBDE7BD-82E7-46E5-8CB0-D3AA69A3920F}">
      <dgm:prSet/>
      <dgm:spPr/>
      <dgm:t>
        <a:bodyPr/>
        <a:lstStyle/>
        <a:p>
          <a:endParaRPr lang="en-US"/>
        </a:p>
      </dgm:t>
    </dgm:pt>
    <dgm:pt modelId="{39F4F307-C89C-4010-BA09-6439433DC0BB}">
      <dgm:prSet/>
      <dgm:spPr/>
      <dgm:t>
        <a:bodyPr/>
        <a:lstStyle/>
        <a:p>
          <a:r>
            <a:rPr lang="en-US"/>
            <a:t>Stable period</a:t>
          </a:r>
        </a:p>
      </dgm:t>
    </dgm:pt>
    <dgm:pt modelId="{2A038E99-1A3C-404F-A093-30210CF0485A}" type="parTrans" cxnId="{017231D1-2DAF-4143-8AB6-8B755ED7DEB6}">
      <dgm:prSet/>
      <dgm:spPr/>
      <dgm:t>
        <a:bodyPr/>
        <a:lstStyle/>
        <a:p>
          <a:endParaRPr lang="en-US"/>
        </a:p>
      </dgm:t>
    </dgm:pt>
    <dgm:pt modelId="{93EBB558-3F8D-4F71-83C4-D77BAB379BDA}" type="sibTrans" cxnId="{017231D1-2DAF-4143-8AB6-8B755ED7DEB6}">
      <dgm:prSet/>
      <dgm:spPr/>
      <dgm:t>
        <a:bodyPr/>
        <a:lstStyle/>
        <a:p>
          <a:endParaRPr lang="en-US"/>
        </a:p>
      </dgm:t>
    </dgm:pt>
    <dgm:pt modelId="{A004C634-64A9-47F8-BAE3-37611BA3A706}">
      <dgm:prSet/>
      <dgm:spPr/>
      <dgm:t>
        <a:bodyPr/>
        <a:lstStyle/>
        <a:p>
          <a:r>
            <a:rPr lang="en-US" dirty="0"/>
            <a:t>Low execution time variance</a:t>
          </a:r>
        </a:p>
      </dgm:t>
    </dgm:pt>
    <dgm:pt modelId="{F0CB2630-E101-408E-86E4-08B0E9343A06}" type="parTrans" cxnId="{87D852D2-162A-41B7-9F6F-5586CE8FECA1}">
      <dgm:prSet/>
      <dgm:spPr/>
      <dgm:t>
        <a:bodyPr/>
        <a:lstStyle/>
        <a:p>
          <a:endParaRPr lang="en-US"/>
        </a:p>
      </dgm:t>
    </dgm:pt>
    <dgm:pt modelId="{44AF97B3-61C3-47DC-A401-7485CF041184}" type="sibTrans" cxnId="{87D852D2-162A-41B7-9F6F-5586CE8FECA1}">
      <dgm:prSet/>
      <dgm:spPr/>
      <dgm:t>
        <a:bodyPr/>
        <a:lstStyle/>
        <a:p>
          <a:endParaRPr lang="en-US"/>
        </a:p>
      </dgm:t>
    </dgm:pt>
    <dgm:pt modelId="{04F2B083-BDB3-489D-82D0-7BDED2C6271C}">
      <dgm:prSet/>
      <dgm:spPr/>
      <dgm:t>
        <a:bodyPr/>
        <a:lstStyle/>
        <a:p>
          <a:r>
            <a:rPr lang="en-US"/>
            <a:t>Runtime Interaction:</a:t>
          </a:r>
        </a:p>
      </dgm:t>
    </dgm:pt>
    <dgm:pt modelId="{5A7CF639-40A2-413B-AE1C-D12100E1DE1A}" type="parTrans" cxnId="{9BD92B47-0EBC-4D01-951F-3E34D9D12A2B}">
      <dgm:prSet/>
      <dgm:spPr/>
      <dgm:t>
        <a:bodyPr/>
        <a:lstStyle/>
        <a:p>
          <a:endParaRPr lang="en-US"/>
        </a:p>
      </dgm:t>
    </dgm:pt>
    <dgm:pt modelId="{1CA9742D-901C-4328-81C9-CF90B614C225}" type="sibTrans" cxnId="{9BD92B47-0EBC-4D01-951F-3E34D9D12A2B}">
      <dgm:prSet/>
      <dgm:spPr/>
      <dgm:t>
        <a:bodyPr/>
        <a:lstStyle/>
        <a:p>
          <a:endParaRPr lang="en-US"/>
        </a:p>
      </dgm:t>
    </dgm:pt>
    <dgm:pt modelId="{F1A2A65D-3F34-4240-B8F7-5294D1C02674}">
      <dgm:prSet/>
      <dgm:spPr/>
      <dgm:t>
        <a:bodyPr/>
        <a:lstStyle/>
        <a:p>
          <a:r>
            <a:rPr lang="en-US"/>
            <a:t>Live gain updates</a:t>
          </a:r>
        </a:p>
      </dgm:t>
    </dgm:pt>
    <dgm:pt modelId="{298BDD93-0DCE-4F20-B7EF-AFA45AB90796}" type="parTrans" cxnId="{3D1D6430-00CE-4C0C-9E5E-94B88E221279}">
      <dgm:prSet/>
      <dgm:spPr/>
      <dgm:t>
        <a:bodyPr/>
        <a:lstStyle/>
        <a:p>
          <a:endParaRPr lang="en-US"/>
        </a:p>
      </dgm:t>
    </dgm:pt>
    <dgm:pt modelId="{76EF59C5-64DC-4FA8-9CF8-16ABBF99AE3C}" type="sibTrans" cxnId="{3D1D6430-00CE-4C0C-9E5E-94B88E221279}">
      <dgm:prSet/>
      <dgm:spPr/>
      <dgm:t>
        <a:bodyPr/>
        <a:lstStyle/>
        <a:p>
          <a:endParaRPr lang="en-US"/>
        </a:p>
      </dgm:t>
    </dgm:pt>
    <dgm:pt modelId="{1B4E5470-9548-4CE1-A30F-71B920C24DBD}">
      <dgm:prSet/>
      <dgm:spPr/>
      <dgm:t>
        <a:bodyPr/>
        <a:lstStyle/>
        <a:p>
          <a:r>
            <a:rPr lang="en-US"/>
            <a:t>Setpoint changes</a:t>
          </a:r>
        </a:p>
      </dgm:t>
    </dgm:pt>
    <dgm:pt modelId="{7812F7CF-C444-4714-910A-C447A3C0740F}" type="parTrans" cxnId="{DED30485-DCF8-4AEB-8DE5-1F60B6530A1B}">
      <dgm:prSet/>
      <dgm:spPr/>
      <dgm:t>
        <a:bodyPr/>
        <a:lstStyle/>
        <a:p>
          <a:endParaRPr lang="en-US"/>
        </a:p>
      </dgm:t>
    </dgm:pt>
    <dgm:pt modelId="{CEC1EB0D-239C-4E50-8824-E537F3ACA15D}" type="sibTrans" cxnId="{DED30485-DCF8-4AEB-8DE5-1F60B6530A1B}">
      <dgm:prSet/>
      <dgm:spPr/>
      <dgm:t>
        <a:bodyPr/>
        <a:lstStyle/>
        <a:p>
          <a:endParaRPr lang="en-US"/>
        </a:p>
      </dgm:t>
    </dgm:pt>
    <dgm:pt modelId="{62E11056-2B70-4DD3-A3ED-1924707567E9}">
      <dgm:prSet/>
      <dgm:spPr/>
      <dgm:t>
        <a:bodyPr/>
        <a:lstStyle/>
        <a:p>
          <a:r>
            <a:rPr lang="en-US"/>
            <a:t>No missed iterations</a:t>
          </a:r>
        </a:p>
      </dgm:t>
    </dgm:pt>
    <dgm:pt modelId="{A3A9030A-C1D4-49EF-802C-7B9CC31D68BA}" type="parTrans" cxnId="{C4999891-1A1F-4594-B900-242DCA4E260C}">
      <dgm:prSet/>
      <dgm:spPr/>
      <dgm:t>
        <a:bodyPr/>
        <a:lstStyle/>
        <a:p>
          <a:endParaRPr lang="en-US"/>
        </a:p>
      </dgm:t>
    </dgm:pt>
    <dgm:pt modelId="{CDE1F7F2-116D-4CB9-9317-77D0EDA50EC3}" type="sibTrans" cxnId="{C4999891-1A1F-4594-B900-242DCA4E260C}">
      <dgm:prSet/>
      <dgm:spPr/>
      <dgm:t>
        <a:bodyPr/>
        <a:lstStyle/>
        <a:p>
          <a:endParaRPr lang="en-US"/>
        </a:p>
      </dgm:t>
    </dgm:pt>
    <dgm:pt modelId="{424F129C-97FE-4521-96B3-BEF3B0ADAFCA}">
      <dgm:prSet/>
      <dgm:spPr/>
      <dgm:t>
        <a:bodyPr/>
        <a:lstStyle/>
        <a:p>
          <a:r>
            <a:rPr lang="en-US"/>
            <a:t>Visualization:</a:t>
          </a:r>
        </a:p>
      </dgm:t>
    </dgm:pt>
    <dgm:pt modelId="{C6723228-DF51-4651-8903-250365BE6B80}" type="parTrans" cxnId="{AC365F16-511E-4688-BA1B-13BA91F7221A}">
      <dgm:prSet/>
      <dgm:spPr/>
      <dgm:t>
        <a:bodyPr/>
        <a:lstStyle/>
        <a:p>
          <a:endParaRPr lang="en-US"/>
        </a:p>
      </dgm:t>
    </dgm:pt>
    <dgm:pt modelId="{5FFB416B-00BC-4BC1-81C0-0FEA563B86E8}" type="sibTrans" cxnId="{AC365F16-511E-4688-BA1B-13BA91F7221A}">
      <dgm:prSet/>
      <dgm:spPr/>
      <dgm:t>
        <a:bodyPr/>
        <a:lstStyle/>
        <a:p>
          <a:endParaRPr lang="en-US"/>
        </a:p>
      </dgm:t>
    </dgm:pt>
    <dgm:pt modelId="{376BC134-C12E-460D-A98E-F8C4C2D54999}">
      <dgm:prSet/>
      <dgm:spPr/>
      <dgm:t>
        <a:bodyPr/>
        <a:lstStyle/>
        <a:p>
          <a:r>
            <a:rPr lang="en-US"/>
            <a:t>Temperature vs Setpoint</a:t>
          </a:r>
        </a:p>
      </dgm:t>
    </dgm:pt>
    <dgm:pt modelId="{53D489F5-FA3F-4DCB-BDD9-1C5331F51339}" type="parTrans" cxnId="{575C4CFF-F491-4DA4-A117-3266EC90A9D8}">
      <dgm:prSet/>
      <dgm:spPr/>
      <dgm:t>
        <a:bodyPr/>
        <a:lstStyle/>
        <a:p>
          <a:endParaRPr lang="en-US"/>
        </a:p>
      </dgm:t>
    </dgm:pt>
    <dgm:pt modelId="{70A02B09-1624-48BF-BFD8-04209A801AD9}" type="sibTrans" cxnId="{575C4CFF-F491-4DA4-A117-3266EC90A9D8}">
      <dgm:prSet/>
      <dgm:spPr/>
      <dgm:t>
        <a:bodyPr/>
        <a:lstStyle/>
        <a:p>
          <a:endParaRPr lang="en-US"/>
        </a:p>
      </dgm:t>
    </dgm:pt>
    <dgm:pt modelId="{B1D5CB6E-8FA8-442D-98FA-13978041B9FF}">
      <dgm:prSet/>
      <dgm:spPr/>
      <dgm:t>
        <a:bodyPr/>
        <a:lstStyle/>
        <a:p>
          <a:r>
            <a:rPr lang="en-US"/>
            <a:t>Period, Exec Time, Jitter</a:t>
          </a:r>
        </a:p>
      </dgm:t>
    </dgm:pt>
    <dgm:pt modelId="{98B2BACB-B149-4A75-A366-60C9DCF7C58C}" type="parTrans" cxnId="{F77F4EBC-09FF-4791-A778-0E02DC8F6E34}">
      <dgm:prSet/>
      <dgm:spPr/>
      <dgm:t>
        <a:bodyPr/>
        <a:lstStyle/>
        <a:p>
          <a:endParaRPr lang="en-US"/>
        </a:p>
      </dgm:t>
    </dgm:pt>
    <dgm:pt modelId="{8FE7A48D-8A23-4E58-80B1-DF2B2C1179AD}" type="sibTrans" cxnId="{F77F4EBC-09FF-4791-A778-0E02DC8F6E34}">
      <dgm:prSet/>
      <dgm:spPr/>
      <dgm:t>
        <a:bodyPr/>
        <a:lstStyle/>
        <a:p>
          <a:endParaRPr lang="en-US"/>
        </a:p>
      </dgm:t>
    </dgm:pt>
    <dgm:pt modelId="{1A81CB55-221C-BA43-AB21-4A1EB6453899}" type="pres">
      <dgm:prSet presAssocID="{59BB26BF-8B0F-4440-9E26-D435FE2B7D12}" presName="linear" presStyleCnt="0">
        <dgm:presLayoutVars>
          <dgm:dir/>
          <dgm:animLvl val="lvl"/>
          <dgm:resizeHandles val="exact"/>
        </dgm:presLayoutVars>
      </dgm:prSet>
      <dgm:spPr/>
    </dgm:pt>
    <dgm:pt modelId="{607D28F5-6454-7A44-A482-BF3267E4469A}" type="pres">
      <dgm:prSet presAssocID="{C1464462-1164-41A6-9D2B-E0AD9F149FFA}" presName="parentLin" presStyleCnt="0"/>
      <dgm:spPr/>
    </dgm:pt>
    <dgm:pt modelId="{3F19AA17-85F4-1547-8EEA-8B3B9AAB794D}" type="pres">
      <dgm:prSet presAssocID="{C1464462-1164-41A6-9D2B-E0AD9F149FFA}" presName="parentLeftMargin" presStyleLbl="node1" presStyleIdx="0" presStyleCnt="3"/>
      <dgm:spPr/>
    </dgm:pt>
    <dgm:pt modelId="{A13BFF34-F947-5140-9217-D56D5CEA5223}" type="pres">
      <dgm:prSet presAssocID="{C1464462-1164-41A6-9D2B-E0AD9F149F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C3768F4-F161-6E4C-BF68-82E5663AD19E}" type="pres">
      <dgm:prSet presAssocID="{C1464462-1164-41A6-9D2B-E0AD9F149FFA}" presName="negativeSpace" presStyleCnt="0"/>
      <dgm:spPr/>
    </dgm:pt>
    <dgm:pt modelId="{7EBFC2AF-8394-3E49-A9E0-548BED2D3B1B}" type="pres">
      <dgm:prSet presAssocID="{C1464462-1164-41A6-9D2B-E0AD9F149FFA}" presName="childText" presStyleLbl="conFgAcc1" presStyleIdx="0" presStyleCnt="3">
        <dgm:presLayoutVars>
          <dgm:bulletEnabled val="1"/>
        </dgm:presLayoutVars>
      </dgm:prSet>
      <dgm:spPr/>
    </dgm:pt>
    <dgm:pt modelId="{81D63A9A-A8C3-8C4A-BF4F-7E4488B7960A}" type="pres">
      <dgm:prSet presAssocID="{5E74B199-1699-4CD7-B0CC-786468034C9F}" presName="spaceBetweenRectangles" presStyleCnt="0"/>
      <dgm:spPr/>
    </dgm:pt>
    <dgm:pt modelId="{67413FDF-874A-0E43-AC3D-5FBB6D3210CF}" type="pres">
      <dgm:prSet presAssocID="{04F2B083-BDB3-489D-82D0-7BDED2C6271C}" presName="parentLin" presStyleCnt="0"/>
      <dgm:spPr/>
    </dgm:pt>
    <dgm:pt modelId="{D7906E00-B4D7-7640-83F1-AFC0FA6E906E}" type="pres">
      <dgm:prSet presAssocID="{04F2B083-BDB3-489D-82D0-7BDED2C6271C}" presName="parentLeftMargin" presStyleLbl="node1" presStyleIdx="0" presStyleCnt="3"/>
      <dgm:spPr/>
    </dgm:pt>
    <dgm:pt modelId="{8BAD1076-149A-8D41-9374-49887920071E}" type="pres">
      <dgm:prSet presAssocID="{04F2B083-BDB3-489D-82D0-7BDED2C6271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F6DD612-9212-0D45-A3B2-14CF4EF07B8A}" type="pres">
      <dgm:prSet presAssocID="{04F2B083-BDB3-489D-82D0-7BDED2C6271C}" presName="negativeSpace" presStyleCnt="0"/>
      <dgm:spPr/>
    </dgm:pt>
    <dgm:pt modelId="{E4643F8A-8691-5540-A456-8220A8092FBA}" type="pres">
      <dgm:prSet presAssocID="{04F2B083-BDB3-489D-82D0-7BDED2C6271C}" presName="childText" presStyleLbl="conFgAcc1" presStyleIdx="1" presStyleCnt="3">
        <dgm:presLayoutVars>
          <dgm:bulletEnabled val="1"/>
        </dgm:presLayoutVars>
      </dgm:prSet>
      <dgm:spPr/>
    </dgm:pt>
    <dgm:pt modelId="{27648623-20D1-514F-B79E-F73BB2E2C182}" type="pres">
      <dgm:prSet presAssocID="{1CA9742D-901C-4328-81C9-CF90B614C225}" presName="spaceBetweenRectangles" presStyleCnt="0"/>
      <dgm:spPr/>
    </dgm:pt>
    <dgm:pt modelId="{A381F401-F2F1-4D46-99A5-82E1111B4769}" type="pres">
      <dgm:prSet presAssocID="{424F129C-97FE-4521-96B3-BEF3B0ADAFCA}" presName="parentLin" presStyleCnt="0"/>
      <dgm:spPr/>
    </dgm:pt>
    <dgm:pt modelId="{F79F7969-F90C-DB4E-B9D7-B2B364E9F693}" type="pres">
      <dgm:prSet presAssocID="{424F129C-97FE-4521-96B3-BEF3B0ADAFCA}" presName="parentLeftMargin" presStyleLbl="node1" presStyleIdx="1" presStyleCnt="3"/>
      <dgm:spPr/>
    </dgm:pt>
    <dgm:pt modelId="{0B38F452-E823-AB40-877F-F8C84C99D994}" type="pres">
      <dgm:prSet presAssocID="{424F129C-97FE-4521-96B3-BEF3B0ADAFC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E72455B-DE65-3748-A3C7-45598715844F}" type="pres">
      <dgm:prSet presAssocID="{424F129C-97FE-4521-96B3-BEF3B0ADAFCA}" presName="negativeSpace" presStyleCnt="0"/>
      <dgm:spPr/>
    </dgm:pt>
    <dgm:pt modelId="{01D679C7-1431-1E4B-8D39-1E4B6397DE1E}" type="pres">
      <dgm:prSet presAssocID="{424F129C-97FE-4521-96B3-BEF3B0ADAFC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C365F16-511E-4688-BA1B-13BA91F7221A}" srcId="{59BB26BF-8B0F-4440-9E26-D435FE2B7D12}" destId="{424F129C-97FE-4521-96B3-BEF3B0ADAFCA}" srcOrd="2" destOrd="0" parTransId="{C6723228-DF51-4651-8903-250365BE6B80}" sibTransId="{5FFB416B-00BC-4BC1-81C0-0FEA563B86E8}"/>
    <dgm:cxn modelId="{3D1D6430-00CE-4C0C-9E5E-94B88E221279}" srcId="{04F2B083-BDB3-489D-82D0-7BDED2C6271C}" destId="{F1A2A65D-3F34-4240-B8F7-5294D1C02674}" srcOrd="0" destOrd="0" parTransId="{298BDD93-0DCE-4F20-B7EF-AFA45AB90796}" sibTransId="{76EF59C5-64DC-4FA8-9CF8-16ABBF99AE3C}"/>
    <dgm:cxn modelId="{4C7C8130-60CD-1049-BDB7-968D3AD03576}" type="presOf" srcId="{A004C634-64A9-47F8-BAE3-37611BA3A706}" destId="{7EBFC2AF-8394-3E49-A9E0-548BED2D3B1B}" srcOrd="0" destOrd="1" presId="urn:microsoft.com/office/officeart/2005/8/layout/list1"/>
    <dgm:cxn modelId="{C19A713E-8ED0-794A-9997-E42039F5B961}" type="presOf" srcId="{62E11056-2B70-4DD3-A3ED-1924707567E9}" destId="{E4643F8A-8691-5540-A456-8220A8092FBA}" srcOrd="0" destOrd="2" presId="urn:microsoft.com/office/officeart/2005/8/layout/list1"/>
    <dgm:cxn modelId="{9BD92B47-0EBC-4D01-951F-3E34D9D12A2B}" srcId="{59BB26BF-8B0F-4440-9E26-D435FE2B7D12}" destId="{04F2B083-BDB3-489D-82D0-7BDED2C6271C}" srcOrd="1" destOrd="0" parTransId="{5A7CF639-40A2-413B-AE1C-D12100E1DE1A}" sibTransId="{1CA9742D-901C-4328-81C9-CF90B614C225}"/>
    <dgm:cxn modelId="{9DC4A34F-4399-9246-AED7-8F7662BDA0F6}" type="presOf" srcId="{424F129C-97FE-4521-96B3-BEF3B0ADAFCA}" destId="{F79F7969-F90C-DB4E-B9D7-B2B364E9F693}" srcOrd="0" destOrd="0" presId="urn:microsoft.com/office/officeart/2005/8/layout/list1"/>
    <dgm:cxn modelId="{C48FF354-D6CD-314F-9705-AA0DC9E0B670}" type="presOf" srcId="{F1A2A65D-3F34-4240-B8F7-5294D1C02674}" destId="{E4643F8A-8691-5540-A456-8220A8092FBA}" srcOrd="0" destOrd="0" presId="urn:microsoft.com/office/officeart/2005/8/layout/list1"/>
    <dgm:cxn modelId="{C566C684-BB3B-6741-9171-60BA02E0BC37}" type="presOf" srcId="{C1464462-1164-41A6-9D2B-E0AD9F149FFA}" destId="{A13BFF34-F947-5140-9217-D56D5CEA5223}" srcOrd="1" destOrd="0" presId="urn:microsoft.com/office/officeart/2005/8/layout/list1"/>
    <dgm:cxn modelId="{DED30485-DCF8-4AEB-8DE5-1F60B6530A1B}" srcId="{04F2B083-BDB3-489D-82D0-7BDED2C6271C}" destId="{1B4E5470-9548-4CE1-A30F-71B920C24DBD}" srcOrd="1" destOrd="0" parTransId="{7812F7CF-C444-4714-910A-C447A3C0740F}" sibTransId="{CEC1EB0D-239C-4E50-8824-E537F3ACA15D}"/>
    <dgm:cxn modelId="{C4999891-1A1F-4594-B900-242DCA4E260C}" srcId="{04F2B083-BDB3-489D-82D0-7BDED2C6271C}" destId="{62E11056-2B70-4DD3-A3ED-1924707567E9}" srcOrd="2" destOrd="0" parTransId="{A3A9030A-C1D4-49EF-802C-7B9CC31D68BA}" sibTransId="{CDE1F7F2-116D-4CB9-9317-77D0EDA50EC3}"/>
    <dgm:cxn modelId="{F743A4A1-E635-1E4A-96EB-38D6DA4D8571}" type="presOf" srcId="{04F2B083-BDB3-489D-82D0-7BDED2C6271C}" destId="{D7906E00-B4D7-7640-83F1-AFC0FA6E906E}" srcOrd="0" destOrd="0" presId="urn:microsoft.com/office/officeart/2005/8/layout/list1"/>
    <dgm:cxn modelId="{E3A8D8A7-D770-3641-B061-F2B67A4FFCE3}" type="presOf" srcId="{376BC134-C12E-460D-A98E-F8C4C2D54999}" destId="{01D679C7-1431-1E4B-8D39-1E4B6397DE1E}" srcOrd="0" destOrd="0" presId="urn:microsoft.com/office/officeart/2005/8/layout/list1"/>
    <dgm:cxn modelId="{271B08B1-188C-9243-BD68-22426B7C63FF}" type="presOf" srcId="{59BB26BF-8B0F-4440-9E26-D435FE2B7D12}" destId="{1A81CB55-221C-BA43-AB21-4A1EB6453899}" srcOrd="0" destOrd="0" presId="urn:microsoft.com/office/officeart/2005/8/layout/list1"/>
    <dgm:cxn modelId="{B0F0F8B5-997A-EC4B-8636-6E4DEF2F1388}" type="presOf" srcId="{424F129C-97FE-4521-96B3-BEF3B0ADAFCA}" destId="{0B38F452-E823-AB40-877F-F8C84C99D994}" srcOrd="1" destOrd="0" presId="urn:microsoft.com/office/officeart/2005/8/layout/list1"/>
    <dgm:cxn modelId="{F77F4EBC-09FF-4791-A778-0E02DC8F6E34}" srcId="{424F129C-97FE-4521-96B3-BEF3B0ADAFCA}" destId="{B1D5CB6E-8FA8-442D-98FA-13978041B9FF}" srcOrd="1" destOrd="0" parTransId="{98B2BACB-B149-4A75-A366-60C9DCF7C58C}" sibTransId="{8FE7A48D-8A23-4E58-80B1-DF2B2C1179AD}"/>
    <dgm:cxn modelId="{EFBDE7BD-82E7-46E5-8CB0-D3AA69A3920F}" srcId="{59BB26BF-8B0F-4440-9E26-D435FE2B7D12}" destId="{C1464462-1164-41A6-9D2B-E0AD9F149FFA}" srcOrd="0" destOrd="0" parTransId="{98D7CA63-2428-4A29-A258-575399CD8BC7}" sibTransId="{5E74B199-1699-4CD7-B0CC-786468034C9F}"/>
    <dgm:cxn modelId="{2BF706C4-292F-004D-ADB0-A1950D359055}" type="presOf" srcId="{04F2B083-BDB3-489D-82D0-7BDED2C6271C}" destId="{8BAD1076-149A-8D41-9374-49887920071E}" srcOrd="1" destOrd="0" presId="urn:microsoft.com/office/officeart/2005/8/layout/list1"/>
    <dgm:cxn modelId="{017231D1-2DAF-4143-8AB6-8B755ED7DEB6}" srcId="{C1464462-1164-41A6-9D2B-E0AD9F149FFA}" destId="{39F4F307-C89C-4010-BA09-6439433DC0BB}" srcOrd="0" destOrd="0" parTransId="{2A038E99-1A3C-404F-A093-30210CF0485A}" sibTransId="{93EBB558-3F8D-4F71-83C4-D77BAB379BDA}"/>
    <dgm:cxn modelId="{87D852D2-162A-41B7-9F6F-5586CE8FECA1}" srcId="{C1464462-1164-41A6-9D2B-E0AD9F149FFA}" destId="{A004C634-64A9-47F8-BAE3-37611BA3A706}" srcOrd="1" destOrd="0" parTransId="{F0CB2630-E101-408E-86E4-08B0E9343A06}" sibTransId="{44AF97B3-61C3-47DC-A401-7485CF041184}"/>
    <dgm:cxn modelId="{A40EA8DC-23D6-3340-BC4C-0B1F5BA5C53A}" type="presOf" srcId="{39F4F307-C89C-4010-BA09-6439433DC0BB}" destId="{7EBFC2AF-8394-3E49-A9E0-548BED2D3B1B}" srcOrd="0" destOrd="0" presId="urn:microsoft.com/office/officeart/2005/8/layout/list1"/>
    <dgm:cxn modelId="{B6EEE6DC-E2F4-D543-9EC4-315550A1B7B1}" type="presOf" srcId="{C1464462-1164-41A6-9D2B-E0AD9F149FFA}" destId="{3F19AA17-85F4-1547-8EEA-8B3B9AAB794D}" srcOrd="0" destOrd="0" presId="urn:microsoft.com/office/officeart/2005/8/layout/list1"/>
    <dgm:cxn modelId="{18C9EEE6-FFAC-AA4A-9B9E-155A9104784A}" type="presOf" srcId="{B1D5CB6E-8FA8-442D-98FA-13978041B9FF}" destId="{01D679C7-1431-1E4B-8D39-1E4B6397DE1E}" srcOrd="0" destOrd="1" presId="urn:microsoft.com/office/officeart/2005/8/layout/list1"/>
    <dgm:cxn modelId="{B3F8E3E8-DA5A-0046-8E6D-10BF6834B737}" type="presOf" srcId="{1B4E5470-9548-4CE1-A30F-71B920C24DBD}" destId="{E4643F8A-8691-5540-A456-8220A8092FBA}" srcOrd="0" destOrd="1" presId="urn:microsoft.com/office/officeart/2005/8/layout/list1"/>
    <dgm:cxn modelId="{575C4CFF-F491-4DA4-A117-3266EC90A9D8}" srcId="{424F129C-97FE-4521-96B3-BEF3B0ADAFCA}" destId="{376BC134-C12E-460D-A98E-F8C4C2D54999}" srcOrd="0" destOrd="0" parTransId="{53D489F5-FA3F-4DCB-BDD9-1C5331F51339}" sibTransId="{70A02B09-1624-48BF-BFD8-04209A801AD9}"/>
    <dgm:cxn modelId="{0BD26C46-7FC8-FA4A-8CB7-759EBC3F24DD}" type="presParOf" srcId="{1A81CB55-221C-BA43-AB21-4A1EB6453899}" destId="{607D28F5-6454-7A44-A482-BF3267E4469A}" srcOrd="0" destOrd="0" presId="urn:microsoft.com/office/officeart/2005/8/layout/list1"/>
    <dgm:cxn modelId="{9C743622-1354-C24F-9DE1-F03F97EBC693}" type="presParOf" srcId="{607D28F5-6454-7A44-A482-BF3267E4469A}" destId="{3F19AA17-85F4-1547-8EEA-8B3B9AAB794D}" srcOrd="0" destOrd="0" presId="urn:microsoft.com/office/officeart/2005/8/layout/list1"/>
    <dgm:cxn modelId="{321CAA45-3B7A-3045-A2DD-9EAEE4662A49}" type="presParOf" srcId="{607D28F5-6454-7A44-A482-BF3267E4469A}" destId="{A13BFF34-F947-5140-9217-D56D5CEA5223}" srcOrd="1" destOrd="0" presId="urn:microsoft.com/office/officeart/2005/8/layout/list1"/>
    <dgm:cxn modelId="{13018C3E-8C24-C748-B0E0-D68EEDAE4ECB}" type="presParOf" srcId="{1A81CB55-221C-BA43-AB21-4A1EB6453899}" destId="{EC3768F4-F161-6E4C-BF68-82E5663AD19E}" srcOrd="1" destOrd="0" presId="urn:microsoft.com/office/officeart/2005/8/layout/list1"/>
    <dgm:cxn modelId="{D2F921B1-B1F3-504B-849E-EE6E417DD0DA}" type="presParOf" srcId="{1A81CB55-221C-BA43-AB21-4A1EB6453899}" destId="{7EBFC2AF-8394-3E49-A9E0-548BED2D3B1B}" srcOrd="2" destOrd="0" presId="urn:microsoft.com/office/officeart/2005/8/layout/list1"/>
    <dgm:cxn modelId="{39F42B0B-280B-C445-8D35-CAF9149E9F13}" type="presParOf" srcId="{1A81CB55-221C-BA43-AB21-4A1EB6453899}" destId="{81D63A9A-A8C3-8C4A-BF4F-7E4488B7960A}" srcOrd="3" destOrd="0" presId="urn:microsoft.com/office/officeart/2005/8/layout/list1"/>
    <dgm:cxn modelId="{15AD4A49-CF38-AC4B-AA55-6765C147C836}" type="presParOf" srcId="{1A81CB55-221C-BA43-AB21-4A1EB6453899}" destId="{67413FDF-874A-0E43-AC3D-5FBB6D3210CF}" srcOrd="4" destOrd="0" presId="urn:microsoft.com/office/officeart/2005/8/layout/list1"/>
    <dgm:cxn modelId="{4CBA45D8-B0A0-A741-B2A9-23FB2B103479}" type="presParOf" srcId="{67413FDF-874A-0E43-AC3D-5FBB6D3210CF}" destId="{D7906E00-B4D7-7640-83F1-AFC0FA6E906E}" srcOrd="0" destOrd="0" presId="urn:microsoft.com/office/officeart/2005/8/layout/list1"/>
    <dgm:cxn modelId="{ECF4DAFD-023D-D14B-93C1-39599BE3C53C}" type="presParOf" srcId="{67413FDF-874A-0E43-AC3D-5FBB6D3210CF}" destId="{8BAD1076-149A-8D41-9374-49887920071E}" srcOrd="1" destOrd="0" presId="urn:microsoft.com/office/officeart/2005/8/layout/list1"/>
    <dgm:cxn modelId="{DB1ED551-1331-C444-A08C-8E37E9FD8356}" type="presParOf" srcId="{1A81CB55-221C-BA43-AB21-4A1EB6453899}" destId="{2F6DD612-9212-0D45-A3B2-14CF4EF07B8A}" srcOrd="5" destOrd="0" presId="urn:microsoft.com/office/officeart/2005/8/layout/list1"/>
    <dgm:cxn modelId="{C69370FE-AA11-AD41-8466-582072C3022D}" type="presParOf" srcId="{1A81CB55-221C-BA43-AB21-4A1EB6453899}" destId="{E4643F8A-8691-5540-A456-8220A8092FBA}" srcOrd="6" destOrd="0" presId="urn:microsoft.com/office/officeart/2005/8/layout/list1"/>
    <dgm:cxn modelId="{EFA67A0B-6B63-0B4F-A4E0-686BED7B0637}" type="presParOf" srcId="{1A81CB55-221C-BA43-AB21-4A1EB6453899}" destId="{27648623-20D1-514F-B79E-F73BB2E2C182}" srcOrd="7" destOrd="0" presId="urn:microsoft.com/office/officeart/2005/8/layout/list1"/>
    <dgm:cxn modelId="{D5FDA833-C87C-7A42-824A-3F6C20061FE6}" type="presParOf" srcId="{1A81CB55-221C-BA43-AB21-4A1EB6453899}" destId="{A381F401-F2F1-4D46-99A5-82E1111B4769}" srcOrd="8" destOrd="0" presId="urn:microsoft.com/office/officeart/2005/8/layout/list1"/>
    <dgm:cxn modelId="{BF8AE68A-8A12-8344-BECD-76A66357F949}" type="presParOf" srcId="{A381F401-F2F1-4D46-99A5-82E1111B4769}" destId="{F79F7969-F90C-DB4E-B9D7-B2B364E9F693}" srcOrd="0" destOrd="0" presId="urn:microsoft.com/office/officeart/2005/8/layout/list1"/>
    <dgm:cxn modelId="{98D84B95-0F18-0B49-83AA-2739C4D70D8F}" type="presParOf" srcId="{A381F401-F2F1-4D46-99A5-82E1111B4769}" destId="{0B38F452-E823-AB40-877F-F8C84C99D994}" srcOrd="1" destOrd="0" presId="urn:microsoft.com/office/officeart/2005/8/layout/list1"/>
    <dgm:cxn modelId="{00081CEB-45E0-7D47-8E26-F684135B320F}" type="presParOf" srcId="{1A81CB55-221C-BA43-AB21-4A1EB6453899}" destId="{0E72455B-DE65-3748-A3C7-45598715844F}" srcOrd="9" destOrd="0" presId="urn:microsoft.com/office/officeart/2005/8/layout/list1"/>
    <dgm:cxn modelId="{04ED7026-9F1B-584A-A507-4CF2249150F1}" type="presParOf" srcId="{1A81CB55-221C-BA43-AB21-4A1EB6453899}" destId="{01D679C7-1431-1E4B-8D39-1E4B6397DE1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A4801E-6214-4017-8EF8-350922DFA4BD}">
      <dsp:nvSpPr>
        <dsp:cNvPr id="0" name=""/>
        <dsp:cNvSpPr/>
      </dsp:nvSpPr>
      <dsp:spPr>
        <a:xfrm>
          <a:off x="1048655" y="340558"/>
          <a:ext cx="1114102" cy="11141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245943-DB83-434D-854D-8E6D4274293A}">
      <dsp:nvSpPr>
        <dsp:cNvPr id="0" name=""/>
        <dsp:cNvSpPr/>
      </dsp:nvSpPr>
      <dsp:spPr>
        <a:xfrm>
          <a:off x="14131" y="1586198"/>
          <a:ext cx="3183148" cy="477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Loop Characteristics:</a:t>
          </a:r>
        </a:p>
      </dsp:txBody>
      <dsp:txXfrm>
        <a:off x="14131" y="1586198"/>
        <a:ext cx="3183148" cy="477472"/>
      </dsp:txXfrm>
    </dsp:sp>
    <dsp:sp modelId="{38B76B76-E73F-4343-860A-84722BAB5966}">
      <dsp:nvSpPr>
        <dsp:cNvPr id="0" name=""/>
        <dsp:cNvSpPr/>
      </dsp:nvSpPr>
      <dsp:spPr>
        <a:xfrm>
          <a:off x="14131" y="2124851"/>
          <a:ext cx="3183148" cy="1274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Fixed-rate loop at 50 Hz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lock_gettime</a:t>
          </a:r>
          <a:r>
            <a:rPr lang="en-US" sz="1700" kern="1200" dirty="0"/>
            <a:t>(CLOCK_MONOTONIC)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nanosleep pacing</a:t>
          </a:r>
          <a:endParaRPr lang="en-US" sz="1700" kern="1200" dirty="0"/>
        </a:p>
      </dsp:txBody>
      <dsp:txXfrm>
        <a:off x="14131" y="2124851"/>
        <a:ext cx="3183148" cy="1274739"/>
      </dsp:txXfrm>
    </dsp:sp>
    <dsp:sp modelId="{7B955FAF-5069-4158-9364-3A78E08C44BC}">
      <dsp:nvSpPr>
        <dsp:cNvPr id="0" name=""/>
        <dsp:cNvSpPr/>
      </dsp:nvSpPr>
      <dsp:spPr>
        <a:xfrm>
          <a:off x="4788854" y="340558"/>
          <a:ext cx="1114102" cy="11141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6F0739-6A89-4CA3-88F8-734D4DB6109E}">
      <dsp:nvSpPr>
        <dsp:cNvPr id="0" name=""/>
        <dsp:cNvSpPr/>
      </dsp:nvSpPr>
      <dsp:spPr>
        <a:xfrm>
          <a:off x="3754331" y="1586198"/>
          <a:ext cx="3183148" cy="477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Per-Iteration Flow:</a:t>
          </a:r>
        </a:p>
      </dsp:txBody>
      <dsp:txXfrm>
        <a:off x="3754331" y="1586198"/>
        <a:ext cx="3183148" cy="477472"/>
      </dsp:txXfrm>
    </dsp:sp>
    <dsp:sp modelId="{498033E7-0EFE-46D0-8E37-3D4E94E9E6C2}">
      <dsp:nvSpPr>
        <dsp:cNvPr id="0" name=""/>
        <dsp:cNvSpPr/>
      </dsp:nvSpPr>
      <dsp:spPr>
        <a:xfrm>
          <a:off x="3754331" y="2124851"/>
          <a:ext cx="3183148" cy="1274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Read PID params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Compute PID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Update plant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Log timing &amp; response</a:t>
          </a:r>
        </a:p>
      </dsp:txBody>
      <dsp:txXfrm>
        <a:off x="3754331" y="2124851"/>
        <a:ext cx="3183148" cy="1274739"/>
      </dsp:txXfrm>
    </dsp:sp>
    <dsp:sp modelId="{D8E5EF13-70DF-4A60-9927-49DE56B1CC7B}">
      <dsp:nvSpPr>
        <dsp:cNvPr id="0" name=""/>
        <dsp:cNvSpPr/>
      </dsp:nvSpPr>
      <dsp:spPr>
        <a:xfrm>
          <a:off x="8529054" y="340558"/>
          <a:ext cx="1114102" cy="11141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C0E88-01B7-4B96-BC59-DEC5C1D43EF0}">
      <dsp:nvSpPr>
        <dsp:cNvPr id="0" name=""/>
        <dsp:cNvSpPr/>
      </dsp:nvSpPr>
      <dsp:spPr>
        <a:xfrm>
          <a:off x="7494531" y="1586198"/>
          <a:ext cx="3183148" cy="477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600" kern="1200"/>
            <a:t>Metrics:</a:t>
          </a:r>
        </a:p>
      </dsp:txBody>
      <dsp:txXfrm>
        <a:off x="7494531" y="1586198"/>
        <a:ext cx="3183148" cy="477472"/>
      </dsp:txXfrm>
    </dsp:sp>
    <dsp:sp modelId="{B5425BC9-86D4-4C10-B9FC-951D92490AB8}">
      <dsp:nvSpPr>
        <dsp:cNvPr id="0" name=""/>
        <dsp:cNvSpPr/>
      </dsp:nvSpPr>
      <dsp:spPr>
        <a:xfrm>
          <a:off x="7494531" y="2124851"/>
          <a:ext cx="3183148" cy="1274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Period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Execution time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Jitter</a:t>
          </a:r>
        </a:p>
      </dsp:txBody>
      <dsp:txXfrm>
        <a:off x="7494531" y="2124851"/>
        <a:ext cx="3183148" cy="12747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BFC2AF-8394-3E49-A9E0-548BED2D3B1B}">
      <dsp:nvSpPr>
        <dsp:cNvPr id="0" name=""/>
        <dsp:cNvSpPr/>
      </dsp:nvSpPr>
      <dsp:spPr>
        <a:xfrm>
          <a:off x="0" y="272828"/>
          <a:ext cx="4191001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5268" tIns="354076" rIns="32526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Stable period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Low execution time variance</a:t>
          </a:r>
        </a:p>
      </dsp:txBody>
      <dsp:txXfrm>
        <a:off x="0" y="272828"/>
        <a:ext cx="4191001" cy="963900"/>
      </dsp:txXfrm>
    </dsp:sp>
    <dsp:sp modelId="{A13BFF34-F947-5140-9217-D56D5CEA5223}">
      <dsp:nvSpPr>
        <dsp:cNvPr id="0" name=""/>
        <dsp:cNvSpPr/>
      </dsp:nvSpPr>
      <dsp:spPr>
        <a:xfrm>
          <a:off x="209550" y="21908"/>
          <a:ext cx="2933700" cy="5018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887" tIns="0" rIns="11088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Steady State:</a:t>
          </a:r>
        </a:p>
      </dsp:txBody>
      <dsp:txXfrm>
        <a:off x="234048" y="46406"/>
        <a:ext cx="2884704" cy="452844"/>
      </dsp:txXfrm>
    </dsp:sp>
    <dsp:sp modelId="{E4643F8A-8691-5540-A456-8220A8092FBA}">
      <dsp:nvSpPr>
        <dsp:cNvPr id="0" name=""/>
        <dsp:cNvSpPr/>
      </dsp:nvSpPr>
      <dsp:spPr>
        <a:xfrm>
          <a:off x="0" y="1579448"/>
          <a:ext cx="4191001" cy="12316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9504470"/>
              <a:satOff val="-13330"/>
              <a:lumOff val="-137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5268" tIns="354076" rIns="32526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Live gain updates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Setpoint changes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No missed iterations</a:t>
          </a:r>
        </a:p>
      </dsp:txBody>
      <dsp:txXfrm>
        <a:off x="0" y="1579448"/>
        <a:ext cx="4191001" cy="1231649"/>
      </dsp:txXfrm>
    </dsp:sp>
    <dsp:sp modelId="{8BAD1076-149A-8D41-9374-49887920071E}">
      <dsp:nvSpPr>
        <dsp:cNvPr id="0" name=""/>
        <dsp:cNvSpPr/>
      </dsp:nvSpPr>
      <dsp:spPr>
        <a:xfrm>
          <a:off x="209550" y="1328528"/>
          <a:ext cx="2933700" cy="501840"/>
        </a:xfrm>
        <a:prstGeom prst="roundRect">
          <a:avLst/>
        </a:prstGeom>
        <a:gradFill rotWithShape="0">
          <a:gsLst>
            <a:gs pos="0">
              <a:schemeClr val="accent5">
                <a:hueOff val="9504470"/>
                <a:satOff val="-13330"/>
                <a:lumOff val="-137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9504470"/>
                <a:satOff val="-13330"/>
                <a:lumOff val="-137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9504470"/>
                <a:satOff val="-13330"/>
                <a:lumOff val="-137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887" tIns="0" rIns="11088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Runtime Interaction:</a:t>
          </a:r>
        </a:p>
      </dsp:txBody>
      <dsp:txXfrm>
        <a:off x="234048" y="1353026"/>
        <a:ext cx="2884704" cy="452844"/>
      </dsp:txXfrm>
    </dsp:sp>
    <dsp:sp modelId="{01D679C7-1431-1E4B-8D39-1E4B6397DE1E}">
      <dsp:nvSpPr>
        <dsp:cNvPr id="0" name=""/>
        <dsp:cNvSpPr/>
      </dsp:nvSpPr>
      <dsp:spPr>
        <a:xfrm>
          <a:off x="0" y="3153818"/>
          <a:ext cx="4191001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19008940"/>
              <a:satOff val="-26660"/>
              <a:lumOff val="-274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25268" tIns="354076" rIns="325268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Temperature vs Setpoint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Period, Exec Time, Jitter</a:t>
          </a:r>
        </a:p>
      </dsp:txBody>
      <dsp:txXfrm>
        <a:off x="0" y="3153818"/>
        <a:ext cx="4191001" cy="963900"/>
      </dsp:txXfrm>
    </dsp:sp>
    <dsp:sp modelId="{0B38F452-E823-AB40-877F-F8C84C99D994}">
      <dsp:nvSpPr>
        <dsp:cNvPr id="0" name=""/>
        <dsp:cNvSpPr/>
      </dsp:nvSpPr>
      <dsp:spPr>
        <a:xfrm>
          <a:off x="209550" y="2902898"/>
          <a:ext cx="2933700" cy="501840"/>
        </a:xfrm>
        <a:prstGeom prst="roundRect">
          <a:avLst/>
        </a:prstGeom>
        <a:gradFill rotWithShape="0">
          <a:gsLst>
            <a:gs pos="0">
              <a:schemeClr val="accent5">
                <a:hueOff val="19008940"/>
                <a:satOff val="-26660"/>
                <a:lumOff val="-274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19008940"/>
                <a:satOff val="-26660"/>
                <a:lumOff val="-274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19008940"/>
                <a:satOff val="-26660"/>
                <a:lumOff val="-274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887" tIns="0" rIns="110887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Visualization:</a:t>
          </a:r>
        </a:p>
      </dsp:txBody>
      <dsp:txXfrm>
        <a:off x="234048" y="2927396"/>
        <a:ext cx="2884704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69239F-F4E0-D94F-9122-BD80AD4DDA89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B7627-2845-5D4B-83DD-DCC1C06E91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32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14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77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8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06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707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05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29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01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612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86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339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1" r:id="rId2"/>
    <p:sldLayoutId id="2147483720" r:id="rId3"/>
    <p:sldLayoutId id="2147483719" r:id="rId4"/>
    <p:sldLayoutId id="2147483718" r:id="rId5"/>
    <p:sldLayoutId id="2147483711" r:id="rId6"/>
    <p:sldLayoutId id="2147483717" r:id="rId7"/>
    <p:sldLayoutId id="2147483716" r:id="rId8"/>
    <p:sldLayoutId id="2147483715" r:id="rId9"/>
    <p:sldLayoutId id="2147483714" r:id="rId10"/>
    <p:sldLayoutId id="214748371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4B6B00-06F5-4BF1-26BF-131BAFA04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8656" y="914400"/>
            <a:ext cx="6236208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Real-Time PID Control Demo</a:t>
            </a:r>
          </a:p>
        </p:txBody>
      </p:sp>
      <p:pic>
        <p:nvPicPr>
          <p:cNvPr id="4" name="Picture 3" descr="Circuit board">
            <a:extLst>
              <a:ext uri="{FF2B5EF4-FFF2-40B4-BE49-F238E27FC236}">
                <a16:creationId xmlns:a16="http://schemas.microsoft.com/office/drawing/2014/main" id="{4AEF087A-BD0D-A013-5CEE-01AE06831A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22" r="27322"/>
          <a:stretch/>
        </p:blipFill>
        <p:spPr>
          <a:xfrm>
            <a:off x="20" y="-1"/>
            <a:ext cx="4663420" cy="6858001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6871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9FF21854-9180-129C-F759-A1463F7B5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8656" y="1963271"/>
            <a:ext cx="6236208" cy="441063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b="1" dirty="0"/>
              <a:t>Goals: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Implement a PID control loop in C++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Enable live parameter tuning from Python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Demonstrate timing determinism and jitter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Visualize steady-state and transient behavior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700" dirty="0"/>
          </a:p>
          <a:p>
            <a:pPr>
              <a:lnSpc>
                <a:spcPct val="100000"/>
              </a:lnSpc>
            </a:pPr>
            <a:r>
              <a:rPr lang="en-US" sz="1700" b="1" dirty="0"/>
              <a:t>Outcome: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Working RT control loop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Live tuning + visualization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Measurable timing behavior</a:t>
            </a:r>
          </a:p>
          <a:p>
            <a:pPr>
              <a:lnSpc>
                <a:spcPct val="100000"/>
              </a:lnSpc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90706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879CF-1E45-BC9E-1B5F-4019B3753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/>
              <a:t>System Architecture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0D9D1B65-A1AB-8CB4-74E7-31024A348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Components:</a:t>
            </a:r>
          </a:p>
          <a:p>
            <a:r>
              <a:rPr lang="en-US" dirty="0"/>
              <a:t>C++ RT Loop (PID + thermal plant)</a:t>
            </a:r>
          </a:p>
          <a:p>
            <a:r>
              <a:rPr lang="en-US" dirty="0"/>
              <a:t>Python PID Client (live tuning)</a:t>
            </a:r>
          </a:p>
          <a:p>
            <a:r>
              <a:rPr lang="en-US" dirty="0"/>
              <a:t>Python Visualizer (timing &amp; response)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Communication:</a:t>
            </a:r>
          </a:p>
          <a:p>
            <a:r>
              <a:rPr lang="en-US" dirty="0"/>
              <a:t>File-backed shared memory (</a:t>
            </a:r>
            <a:r>
              <a:rPr lang="en-US" dirty="0" err="1"/>
              <a:t>mmap</a:t>
            </a:r>
            <a:r>
              <a:rPr lang="en-US" dirty="0"/>
              <a:t>)</a:t>
            </a:r>
          </a:p>
          <a:p>
            <a:r>
              <a:rPr lang="en-US" dirty="0"/>
              <a:t>CSV logs for timing and response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Design Rationale:</a:t>
            </a:r>
          </a:p>
          <a:p>
            <a:r>
              <a:rPr lang="en-US" dirty="0"/>
              <a:t>Simple, inspectable IPC</a:t>
            </a:r>
          </a:p>
          <a:p>
            <a:r>
              <a:rPr lang="en-US" dirty="0"/>
              <a:t>Clear separation of concerns</a:t>
            </a: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01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950DE-840B-5512-CBD8-36165570F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REAL time control loop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75B1B1-4818-3951-2A2A-2895195839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5042512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660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3FE7D5-B8CA-546B-CC49-C4E3CBF5D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/>
              <a:t>Demonstrating Determinism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04DE5EA9-4047-FFC7-2675-0F332AFA0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062143"/>
            <a:ext cx="6072188" cy="3946921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ADCDCA-DF1C-B0B0-248B-8E467634D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7493419"/>
              </p:ext>
            </p:extLst>
          </p:nvPr>
        </p:nvGraphicFramePr>
        <p:xfrm>
          <a:off x="7200900" y="1849121"/>
          <a:ext cx="4191001" cy="4139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7236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3DE78-AF9B-E195-3AA8-549985EE7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/>
              <a:t>Limitations and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421B0-6BA7-E9F5-B277-091116753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Caveats:</a:t>
            </a:r>
          </a:p>
          <a:p>
            <a:r>
              <a:rPr lang="en-US" dirty="0"/>
              <a:t>Soft real-time (macOS / POSIX)</a:t>
            </a:r>
          </a:p>
          <a:p>
            <a:r>
              <a:rPr lang="en-US" dirty="0"/>
              <a:t>Not a true RTOS</a:t>
            </a:r>
          </a:p>
          <a:p>
            <a:r>
              <a:rPr lang="en-US" dirty="0"/>
              <a:t>Simulated plant</a:t>
            </a:r>
          </a:p>
          <a:p>
            <a:pPr marL="0" indent="0">
              <a:buNone/>
            </a:pPr>
            <a:r>
              <a:rPr lang="en-US" dirty="0"/>
              <a:t>What Translates:</a:t>
            </a:r>
          </a:p>
          <a:p>
            <a:r>
              <a:rPr lang="en-US" dirty="0"/>
              <a:t>Architecture</a:t>
            </a:r>
          </a:p>
          <a:p>
            <a:r>
              <a:rPr lang="en-US" dirty="0"/>
              <a:t>Timing instrumentation</a:t>
            </a:r>
          </a:p>
          <a:p>
            <a:r>
              <a:rPr lang="en-US" dirty="0"/>
              <a:t>Control structure</a:t>
            </a:r>
          </a:p>
          <a:p>
            <a:pPr marL="0" indent="0">
              <a:buNone/>
            </a:pPr>
            <a:r>
              <a:rPr lang="en-US" dirty="0"/>
              <a:t>Key Takeaways:</a:t>
            </a:r>
          </a:p>
          <a:p>
            <a:r>
              <a:rPr lang="en-US" dirty="0"/>
              <a:t>Determinism is measurable</a:t>
            </a:r>
          </a:p>
          <a:p>
            <a:r>
              <a:rPr lang="en-US" dirty="0"/>
              <a:t>Safe runtime tuning</a:t>
            </a:r>
          </a:p>
          <a:p>
            <a:r>
              <a:rPr lang="en-US" dirty="0"/>
              <a:t>Scales to RT Linux / embedded</a:t>
            </a:r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98CC2801-0D65-B6B3-C7E1-7285FDD14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5432" y="6374151"/>
            <a:ext cx="3306748" cy="365125"/>
          </a:xfrm>
        </p:spPr>
        <p:txBody>
          <a:bodyPr/>
          <a:lstStyle/>
          <a:p>
            <a:r>
              <a:rPr lang="en-US" dirty="0"/>
              <a:t>Demo executed on macOS (POSIX). Architecture is portable to RT Linux / embedded RTOS.</a:t>
            </a:r>
          </a:p>
        </p:txBody>
      </p:sp>
    </p:spTree>
    <p:extLst>
      <p:ext uri="{BB962C8B-B14F-4D97-AF65-F5344CB8AC3E}">
        <p14:creationId xmlns:p14="http://schemas.microsoft.com/office/powerpoint/2010/main" val="409728614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229</Words>
  <Application>Microsoft Macintosh PowerPoint</Application>
  <PresentationFormat>Widescreen</PresentationFormat>
  <Paragraphs>63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Calisto MT</vt:lpstr>
      <vt:lpstr>Univers Condensed</vt:lpstr>
      <vt:lpstr>ChronicleVTI</vt:lpstr>
      <vt:lpstr>Real-Time PID Control Demo</vt:lpstr>
      <vt:lpstr>System Architecture</vt:lpstr>
      <vt:lpstr>REAL time control loop </vt:lpstr>
      <vt:lpstr>Demonstrating Determinism</vt:lpstr>
      <vt:lpstr>Limitations and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Eid</dc:creator>
  <cp:lastModifiedBy>Mark Eid</cp:lastModifiedBy>
  <cp:revision>8</cp:revision>
  <dcterms:created xsi:type="dcterms:W3CDTF">2026-01-29T05:47:40Z</dcterms:created>
  <dcterms:modified xsi:type="dcterms:W3CDTF">2026-01-30T01:48:16Z</dcterms:modified>
</cp:coreProperties>
</file>